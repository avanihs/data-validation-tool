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E539BC-D814-40F7-B915-BCD97A43EC0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4ED3606-6B83-4C11-AB75-6A901B5C3BF3}">
      <dgm:prSet/>
      <dgm:spPr/>
      <dgm:t>
        <a:bodyPr/>
        <a:lstStyle/>
        <a:p>
          <a:pPr>
            <a:defRPr cap="all"/>
          </a:pPr>
          <a:r>
            <a:rPr lang="en-US"/>
            <a:t>• Framework Overview</a:t>
          </a:r>
        </a:p>
      </dgm:t>
    </dgm:pt>
    <dgm:pt modelId="{9C063B42-6B34-4230-B116-EFB97A1E5296}" type="parTrans" cxnId="{D8EF7AE0-7E63-422E-87A9-2A4603CDA484}">
      <dgm:prSet/>
      <dgm:spPr/>
      <dgm:t>
        <a:bodyPr/>
        <a:lstStyle/>
        <a:p>
          <a:endParaRPr lang="en-US"/>
        </a:p>
      </dgm:t>
    </dgm:pt>
    <dgm:pt modelId="{FB46C6A0-D9ED-4774-9853-6064D6366DCB}" type="sibTrans" cxnId="{D8EF7AE0-7E63-422E-87A9-2A4603CDA484}">
      <dgm:prSet/>
      <dgm:spPr/>
      <dgm:t>
        <a:bodyPr/>
        <a:lstStyle/>
        <a:p>
          <a:endParaRPr lang="en-US"/>
        </a:p>
      </dgm:t>
    </dgm:pt>
    <dgm:pt modelId="{594DC638-93AB-4A78-94B7-D272A78163BB}">
      <dgm:prSet/>
      <dgm:spPr/>
      <dgm:t>
        <a:bodyPr/>
        <a:lstStyle/>
        <a:p>
          <a:pPr>
            <a:defRPr cap="all"/>
          </a:pPr>
          <a:r>
            <a:rPr lang="en-US"/>
            <a:t>• Architecture &amp; Design</a:t>
          </a:r>
        </a:p>
      </dgm:t>
    </dgm:pt>
    <dgm:pt modelId="{C9E7F015-948E-4D2F-B387-720671595ED1}" type="parTrans" cxnId="{BD7F8F34-2E6B-4159-BB22-351E3A3517BB}">
      <dgm:prSet/>
      <dgm:spPr/>
      <dgm:t>
        <a:bodyPr/>
        <a:lstStyle/>
        <a:p>
          <a:endParaRPr lang="en-US"/>
        </a:p>
      </dgm:t>
    </dgm:pt>
    <dgm:pt modelId="{C237C3B6-0E0B-4B57-9C23-71AD0DCBDD37}" type="sibTrans" cxnId="{BD7F8F34-2E6B-4159-BB22-351E3A3517BB}">
      <dgm:prSet/>
      <dgm:spPr/>
      <dgm:t>
        <a:bodyPr/>
        <a:lstStyle/>
        <a:p>
          <a:endParaRPr lang="en-US"/>
        </a:p>
      </dgm:t>
    </dgm:pt>
    <dgm:pt modelId="{0D2EEE7E-E09C-479B-9EBE-EC84657D8505}">
      <dgm:prSet/>
      <dgm:spPr/>
      <dgm:t>
        <a:bodyPr/>
        <a:lstStyle/>
        <a:p>
          <a:pPr>
            <a:defRPr cap="all"/>
          </a:pPr>
          <a:r>
            <a:rPr lang="en-US"/>
            <a:t>• Key Components</a:t>
          </a:r>
        </a:p>
      </dgm:t>
    </dgm:pt>
    <dgm:pt modelId="{78023B45-919F-4878-A30E-F8E2FA8BECB7}" type="parTrans" cxnId="{ADFDC4E8-1971-4169-9ECC-55C02A5A7FAC}">
      <dgm:prSet/>
      <dgm:spPr/>
      <dgm:t>
        <a:bodyPr/>
        <a:lstStyle/>
        <a:p>
          <a:endParaRPr lang="en-US"/>
        </a:p>
      </dgm:t>
    </dgm:pt>
    <dgm:pt modelId="{3F8E42B0-681E-40EA-8954-DDE0C95F55E3}" type="sibTrans" cxnId="{ADFDC4E8-1971-4169-9ECC-55C02A5A7FAC}">
      <dgm:prSet/>
      <dgm:spPr/>
      <dgm:t>
        <a:bodyPr/>
        <a:lstStyle/>
        <a:p>
          <a:endParaRPr lang="en-US"/>
        </a:p>
      </dgm:t>
    </dgm:pt>
    <dgm:pt modelId="{040CEEA5-2597-48E5-9202-770530301B5A}">
      <dgm:prSet/>
      <dgm:spPr/>
      <dgm:t>
        <a:bodyPr/>
        <a:lstStyle/>
        <a:p>
          <a:pPr>
            <a:defRPr cap="all"/>
          </a:pPr>
          <a:r>
            <a:rPr lang="en-US"/>
            <a:t>• Workflow &amp; Process</a:t>
          </a:r>
        </a:p>
      </dgm:t>
    </dgm:pt>
    <dgm:pt modelId="{C04BA7EA-D7AA-4284-AE6A-C83342427FB1}" type="parTrans" cxnId="{7CBD71C0-0723-4DF5-861B-48E354B011D1}">
      <dgm:prSet/>
      <dgm:spPr/>
      <dgm:t>
        <a:bodyPr/>
        <a:lstStyle/>
        <a:p>
          <a:endParaRPr lang="en-US"/>
        </a:p>
      </dgm:t>
    </dgm:pt>
    <dgm:pt modelId="{ABD025C2-DBEF-4AC7-B34D-B0D352C2876D}" type="sibTrans" cxnId="{7CBD71C0-0723-4DF5-861B-48E354B011D1}">
      <dgm:prSet/>
      <dgm:spPr/>
      <dgm:t>
        <a:bodyPr/>
        <a:lstStyle/>
        <a:p>
          <a:endParaRPr lang="en-US"/>
        </a:p>
      </dgm:t>
    </dgm:pt>
    <dgm:pt modelId="{216B8103-3809-49DF-B424-D721FE2AE186}">
      <dgm:prSet/>
      <dgm:spPr/>
      <dgm:t>
        <a:bodyPr/>
        <a:lstStyle/>
        <a:p>
          <a:pPr>
            <a:defRPr cap="all"/>
          </a:pPr>
          <a:r>
            <a:rPr lang="en-US"/>
            <a:t>• Features &amp; Capabilities</a:t>
          </a:r>
        </a:p>
      </dgm:t>
    </dgm:pt>
    <dgm:pt modelId="{64E63169-1626-42B7-A7F6-1DF7E96642EC}" type="parTrans" cxnId="{C9090917-07AE-4BFB-8D67-BD305D07EED8}">
      <dgm:prSet/>
      <dgm:spPr/>
      <dgm:t>
        <a:bodyPr/>
        <a:lstStyle/>
        <a:p>
          <a:endParaRPr lang="en-US"/>
        </a:p>
      </dgm:t>
    </dgm:pt>
    <dgm:pt modelId="{DE686CC1-FD1D-49ED-9A2A-13535051EEA1}" type="sibTrans" cxnId="{C9090917-07AE-4BFB-8D67-BD305D07EED8}">
      <dgm:prSet/>
      <dgm:spPr/>
      <dgm:t>
        <a:bodyPr/>
        <a:lstStyle/>
        <a:p>
          <a:endParaRPr lang="en-US"/>
        </a:p>
      </dgm:t>
    </dgm:pt>
    <dgm:pt modelId="{68201C19-38B8-4C9B-A6B4-531C04D644C3}">
      <dgm:prSet/>
      <dgm:spPr/>
      <dgm:t>
        <a:bodyPr/>
        <a:lstStyle/>
        <a:p>
          <a:pPr>
            <a:defRPr cap="all"/>
          </a:pPr>
          <a:r>
            <a:rPr lang="en-US"/>
            <a:t>• Technical Implementation</a:t>
          </a:r>
        </a:p>
      </dgm:t>
    </dgm:pt>
    <dgm:pt modelId="{39713B13-AE14-4E47-8D6E-52B4FCAD6A6C}" type="parTrans" cxnId="{42A5E5E7-59FA-4C20-BEF6-759B739539CB}">
      <dgm:prSet/>
      <dgm:spPr/>
      <dgm:t>
        <a:bodyPr/>
        <a:lstStyle/>
        <a:p>
          <a:endParaRPr lang="en-US"/>
        </a:p>
      </dgm:t>
    </dgm:pt>
    <dgm:pt modelId="{E15ED401-EF1C-45D5-AB50-D4D4A33CEAF6}" type="sibTrans" cxnId="{42A5E5E7-59FA-4C20-BEF6-759B739539CB}">
      <dgm:prSet/>
      <dgm:spPr/>
      <dgm:t>
        <a:bodyPr/>
        <a:lstStyle/>
        <a:p>
          <a:endParaRPr lang="en-US"/>
        </a:p>
      </dgm:t>
    </dgm:pt>
    <dgm:pt modelId="{11CC4479-D231-45A0-B282-D77A32308554}">
      <dgm:prSet/>
      <dgm:spPr/>
      <dgm:t>
        <a:bodyPr/>
        <a:lstStyle/>
        <a:p>
          <a:pPr>
            <a:defRPr cap="all"/>
          </a:pPr>
          <a:r>
            <a:rPr lang="en-US"/>
            <a:t>• Benefits &amp; Use Cases</a:t>
          </a:r>
        </a:p>
      </dgm:t>
    </dgm:pt>
    <dgm:pt modelId="{0AF6DEF9-DE43-449C-B9D9-703389446FA1}" type="parTrans" cxnId="{991E0DC0-3B75-4B6B-A189-1F4433468851}">
      <dgm:prSet/>
      <dgm:spPr/>
      <dgm:t>
        <a:bodyPr/>
        <a:lstStyle/>
        <a:p>
          <a:endParaRPr lang="en-US"/>
        </a:p>
      </dgm:t>
    </dgm:pt>
    <dgm:pt modelId="{300A4D3C-32E7-41BC-81D4-3A0C8A4DB818}" type="sibTrans" cxnId="{991E0DC0-3B75-4B6B-A189-1F4433468851}">
      <dgm:prSet/>
      <dgm:spPr/>
      <dgm:t>
        <a:bodyPr/>
        <a:lstStyle/>
        <a:p>
          <a:endParaRPr lang="en-US"/>
        </a:p>
      </dgm:t>
    </dgm:pt>
    <dgm:pt modelId="{9199CE60-15F7-4BD7-A4FA-340B6475582A}">
      <dgm:prSet/>
      <dgm:spPr/>
      <dgm:t>
        <a:bodyPr/>
        <a:lstStyle/>
        <a:p>
          <a:pPr>
            <a:defRPr cap="all"/>
          </a:pPr>
          <a:r>
            <a:rPr lang="en-US"/>
            <a:t>• Demo &amp; Examples</a:t>
          </a:r>
        </a:p>
      </dgm:t>
    </dgm:pt>
    <dgm:pt modelId="{8FAB62C3-D9B0-44A9-BDB0-BA1D6EF62159}" type="parTrans" cxnId="{A5DDDB24-E54D-498C-9CB8-800B67F8124D}">
      <dgm:prSet/>
      <dgm:spPr/>
      <dgm:t>
        <a:bodyPr/>
        <a:lstStyle/>
        <a:p>
          <a:endParaRPr lang="en-US"/>
        </a:p>
      </dgm:t>
    </dgm:pt>
    <dgm:pt modelId="{896BB19C-855A-476B-B779-337BEE8D69EE}" type="sibTrans" cxnId="{A5DDDB24-E54D-498C-9CB8-800B67F8124D}">
      <dgm:prSet/>
      <dgm:spPr/>
      <dgm:t>
        <a:bodyPr/>
        <a:lstStyle/>
        <a:p>
          <a:endParaRPr lang="en-US"/>
        </a:p>
      </dgm:t>
    </dgm:pt>
    <dgm:pt modelId="{AB473FE0-6AAA-4933-A453-D20E50D5B12E}" type="pres">
      <dgm:prSet presAssocID="{9CE539BC-D814-40F7-B915-BCD97A43EC09}" presName="root" presStyleCnt="0">
        <dgm:presLayoutVars>
          <dgm:dir/>
          <dgm:resizeHandles val="exact"/>
        </dgm:presLayoutVars>
      </dgm:prSet>
      <dgm:spPr/>
    </dgm:pt>
    <dgm:pt modelId="{D0597D58-3CB2-4A27-B81A-CC754748F54E}" type="pres">
      <dgm:prSet presAssocID="{74ED3606-6B83-4C11-AB75-6A901B5C3BF3}" presName="compNode" presStyleCnt="0"/>
      <dgm:spPr/>
    </dgm:pt>
    <dgm:pt modelId="{2F991554-F140-4A7B-8F16-688BA050060E}" type="pres">
      <dgm:prSet presAssocID="{74ED3606-6B83-4C11-AB75-6A901B5C3BF3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BDFA388F-90D0-4B5E-AE84-3DDCF2ED77BB}" type="pres">
      <dgm:prSet presAssocID="{74ED3606-6B83-4C11-AB75-6A901B5C3BF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EBA95EB3-7903-461C-840F-E391130A9EF2}" type="pres">
      <dgm:prSet presAssocID="{74ED3606-6B83-4C11-AB75-6A901B5C3BF3}" presName="spaceRect" presStyleCnt="0"/>
      <dgm:spPr/>
    </dgm:pt>
    <dgm:pt modelId="{561E3183-FDD8-4E33-A014-5686EC9D3C7A}" type="pres">
      <dgm:prSet presAssocID="{74ED3606-6B83-4C11-AB75-6A901B5C3BF3}" presName="textRect" presStyleLbl="revTx" presStyleIdx="0" presStyleCnt="8">
        <dgm:presLayoutVars>
          <dgm:chMax val="1"/>
          <dgm:chPref val="1"/>
        </dgm:presLayoutVars>
      </dgm:prSet>
      <dgm:spPr/>
    </dgm:pt>
    <dgm:pt modelId="{66C20B0C-039D-4BB1-A2F1-513D61016EE8}" type="pres">
      <dgm:prSet presAssocID="{FB46C6A0-D9ED-4774-9853-6064D6366DCB}" presName="sibTrans" presStyleCnt="0"/>
      <dgm:spPr/>
    </dgm:pt>
    <dgm:pt modelId="{46FAC245-4121-4223-B01D-A079FE16BAC9}" type="pres">
      <dgm:prSet presAssocID="{594DC638-93AB-4A78-94B7-D272A78163BB}" presName="compNode" presStyleCnt="0"/>
      <dgm:spPr/>
    </dgm:pt>
    <dgm:pt modelId="{2AA1B71E-7435-4228-AF5C-3E5ED1636FD4}" type="pres">
      <dgm:prSet presAssocID="{594DC638-93AB-4A78-94B7-D272A78163BB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F01C13E7-5FB2-4693-A308-3A86712A5FF2}" type="pres">
      <dgm:prSet presAssocID="{594DC638-93AB-4A78-94B7-D272A78163BB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D9482D7-71F0-4C72-86E3-4DE36AD236CA}" type="pres">
      <dgm:prSet presAssocID="{594DC638-93AB-4A78-94B7-D272A78163BB}" presName="spaceRect" presStyleCnt="0"/>
      <dgm:spPr/>
    </dgm:pt>
    <dgm:pt modelId="{9F822BD2-0CBA-473F-AC0C-3A079B8A8EF1}" type="pres">
      <dgm:prSet presAssocID="{594DC638-93AB-4A78-94B7-D272A78163BB}" presName="textRect" presStyleLbl="revTx" presStyleIdx="1" presStyleCnt="8">
        <dgm:presLayoutVars>
          <dgm:chMax val="1"/>
          <dgm:chPref val="1"/>
        </dgm:presLayoutVars>
      </dgm:prSet>
      <dgm:spPr/>
    </dgm:pt>
    <dgm:pt modelId="{3D82D922-E6EB-419F-A69A-D20C2807FCBF}" type="pres">
      <dgm:prSet presAssocID="{C237C3B6-0E0B-4B57-9C23-71AD0DCBDD37}" presName="sibTrans" presStyleCnt="0"/>
      <dgm:spPr/>
    </dgm:pt>
    <dgm:pt modelId="{D2C47CEA-99B5-4C26-8D55-EE1321EB969F}" type="pres">
      <dgm:prSet presAssocID="{0D2EEE7E-E09C-479B-9EBE-EC84657D8505}" presName="compNode" presStyleCnt="0"/>
      <dgm:spPr/>
    </dgm:pt>
    <dgm:pt modelId="{3EF28D73-A90F-42AF-88AE-8B9CB3D3F87F}" type="pres">
      <dgm:prSet presAssocID="{0D2EEE7E-E09C-479B-9EBE-EC84657D8505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2927503F-CF87-47DD-9574-2817971104AC}" type="pres">
      <dgm:prSet presAssocID="{0D2EEE7E-E09C-479B-9EBE-EC84657D850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096D99F-1388-4D9A-AA54-CAB7A7A9149B}" type="pres">
      <dgm:prSet presAssocID="{0D2EEE7E-E09C-479B-9EBE-EC84657D8505}" presName="spaceRect" presStyleCnt="0"/>
      <dgm:spPr/>
    </dgm:pt>
    <dgm:pt modelId="{61ABB9D0-999F-4D67-904B-0DC86FC66DD6}" type="pres">
      <dgm:prSet presAssocID="{0D2EEE7E-E09C-479B-9EBE-EC84657D8505}" presName="textRect" presStyleLbl="revTx" presStyleIdx="2" presStyleCnt="8">
        <dgm:presLayoutVars>
          <dgm:chMax val="1"/>
          <dgm:chPref val="1"/>
        </dgm:presLayoutVars>
      </dgm:prSet>
      <dgm:spPr/>
    </dgm:pt>
    <dgm:pt modelId="{096DFDE2-5360-4DE7-9ED5-003AD1EE54A9}" type="pres">
      <dgm:prSet presAssocID="{3F8E42B0-681E-40EA-8954-DDE0C95F55E3}" presName="sibTrans" presStyleCnt="0"/>
      <dgm:spPr/>
    </dgm:pt>
    <dgm:pt modelId="{82289B3C-8996-4ACD-90AC-5D9C932492DF}" type="pres">
      <dgm:prSet presAssocID="{040CEEA5-2597-48E5-9202-770530301B5A}" presName="compNode" presStyleCnt="0"/>
      <dgm:spPr/>
    </dgm:pt>
    <dgm:pt modelId="{5C0DD760-2226-4EBB-AB69-12706F3A77B5}" type="pres">
      <dgm:prSet presAssocID="{040CEEA5-2597-48E5-9202-770530301B5A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26188A9-A840-49C9-A467-E242FEACE511}" type="pres">
      <dgm:prSet presAssocID="{040CEEA5-2597-48E5-9202-770530301B5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6BE7603E-6871-4210-9006-46DB324FC17E}" type="pres">
      <dgm:prSet presAssocID="{040CEEA5-2597-48E5-9202-770530301B5A}" presName="spaceRect" presStyleCnt="0"/>
      <dgm:spPr/>
    </dgm:pt>
    <dgm:pt modelId="{0C14BD1E-14CF-4B08-B8A9-D30046674723}" type="pres">
      <dgm:prSet presAssocID="{040CEEA5-2597-48E5-9202-770530301B5A}" presName="textRect" presStyleLbl="revTx" presStyleIdx="3" presStyleCnt="8">
        <dgm:presLayoutVars>
          <dgm:chMax val="1"/>
          <dgm:chPref val="1"/>
        </dgm:presLayoutVars>
      </dgm:prSet>
      <dgm:spPr/>
    </dgm:pt>
    <dgm:pt modelId="{F770BC9F-BFA0-4608-9455-AA9F8F2FB013}" type="pres">
      <dgm:prSet presAssocID="{ABD025C2-DBEF-4AC7-B34D-B0D352C2876D}" presName="sibTrans" presStyleCnt="0"/>
      <dgm:spPr/>
    </dgm:pt>
    <dgm:pt modelId="{1B91DDA8-F04A-4AFF-A479-1651A8AEEC48}" type="pres">
      <dgm:prSet presAssocID="{216B8103-3809-49DF-B424-D721FE2AE186}" presName="compNode" presStyleCnt="0"/>
      <dgm:spPr/>
    </dgm:pt>
    <dgm:pt modelId="{025C23A3-E82B-47E8-9D7A-EA3834E12E6F}" type="pres">
      <dgm:prSet presAssocID="{216B8103-3809-49DF-B424-D721FE2AE186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6AD5C33-51B3-494F-BAFF-6D6FF137DD88}" type="pres">
      <dgm:prSet presAssocID="{216B8103-3809-49DF-B424-D721FE2AE18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27AFBF-98E9-4384-8F43-415ECD043F15}" type="pres">
      <dgm:prSet presAssocID="{216B8103-3809-49DF-B424-D721FE2AE186}" presName="spaceRect" presStyleCnt="0"/>
      <dgm:spPr/>
    </dgm:pt>
    <dgm:pt modelId="{3EBE6A1A-21F7-4D65-AAB5-F8E99430E14B}" type="pres">
      <dgm:prSet presAssocID="{216B8103-3809-49DF-B424-D721FE2AE186}" presName="textRect" presStyleLbl="revTx" presStyleIdx="4" presStyleCnt="8">
        <dgm:presLayoutVars>
          <dgm:chMax val="1"/>
          <dgm:chPref val="1"/>
        </dgm:presLayoutVars>
      </dgm:prSet>
      <dgm:spPr/>
    </dgm:pt>
    <dgm:pt modelId="{DB2D346E-5D51-4A1A-BF1F-6661E7A60669}" type="pres">
      <dgm:prSet presAssocID="{DE686CC1-FD1D-49ED-9A2A-13535051EEA1}" presName="sibTrans" presStyleCnt="0"/>
      <dgm:spPr/>
    </dgm:pt>
    <dgm:pt modelId="{5FFC4332-5064-48A6-91DA-5D3BE3FA3777}" type="pres">
      <dgm:prSet presAssocID="{68201C19-38B8-4C9B-A6B4-531C04D644C3}" presName="compNode" presStyleCnt="0"/>
      <dgm:spPr/>
    </dgm:pt>
    <dgm:pt modelId="{1A394312-5E08-468E-87E1-9C8422E10231}" type="pres">
      <dgm:prSet presAssocID="{68201C19-38B8-4C9B-A6B4-531C04D644C3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5C05D0C-7E4B-498C-A174-2D7D4234A7B1}" type="pres">
      <dgm:prSet presAssocID="{68201C19-38B8-4C9B-A6B4-531C04D644C3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5249FEB-295F-473C-A476-5BB61843D8DE}" type="pres">
      <dgm:prSet presAssocID="{68201C19-38B8-4C9B-A6B4-531C04D644C3}" presName="spaceRect" presStyleCnt="0"/>
      <dgm:spPr/>
    </dgm:pt>
    <dgm:pt modelId="{58622F00-7D80-44D9-B070-B3922F367C1D}" type="pres">
      <dgm:prSet presAssocID="{68201C19-38B8-4C9B-A6B4-531C04D644C3}" presName="textRect" presStyleLbl="revTx" presStyleIdx="5" presStyleCnt="8">
        <dgm:presLayoutVars>
          <dgm:chMax val="1"/>
          <dgm:chPref val="1"/>
        </dgm:presLayoutVars>
      </dgm:prSet>
      <dgm:spPr/>
    </dgm:pt>
    <dgm:pt modelId="{7F91B3C0-612C-49AF-9F91-FD97608AEF73}" type="pres">
      <dgm:prSet presAssocID="{E15ED401-EF1C-45D5-AB50-D4D4A33CEAF6}" presName="sibTrans" presStyleCnt="0"/>
      <dgm:spPr/>
    </dgm:pt>
    <dgm:pt modelId="{0F70248C-6902-4210-B7F1-C94E55A0AEBB}" type="pres">
      <dgm:prSet presAssocID="{11CC4479-D231-45A0-B282-D77A32308554}" presName="compNode" presStyleCnt="0"/>
      <dgm:spPr/>
    </dgm:pt>
    <dgm:pt modelId="{C200BE5C-2161-41BC-B37F-9810E452C056}" type="pres">
      <dgm:prSet presAssocID="{11CC4479-D231-45A0-B282-D77A32308554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1096D66-2744-4128-B323-539A575CE3D4}" type="pres">
      <dgm:prSet presAssocID="{11CC4479-D231-45A0-B282-D77A32308554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A7CE02B2-01F3-4F04-85F6-08F2A1DB3641}" type="pres">
      <dgm:prSet presAssocID="{11CC4479-D231-45A0-B282-D77A32308554}" presName="spaceRect" presStyleCnt="0"/>
      <dgm:spPr/>
    </dgm:pt>
    <dgm:pt modelId="{1A02E289-CEE0-4372-ADBB-8E5E7FEC5C9F}" type="pres">
      <dgm:prSet presAssocID="{11CC4479-D231-45A0-B282-D77A32308554}" presName="textRect" presStyleLbl="revTx" presStyleIdx="6" presStyleCnt="8">
        <dgm:presLayoutVars>
          <dgm:chMax val="1"/>
          <dgm:chPref val="1"/>
        </dgm:presLayoutVars>
      </dgm:prSet>
      <dgm:spPr/>
    </dgm:pt>
    <dgm:pt modelId="{75A54172-2D44-41DE-9C43-0BA5174C074C}" type="pres">
      <dgm:prSet presAssocID="{300A4D3C-32E7-41BC-81D4-3A0C8A4DB818}" presName="sibTrans" presStyleCnt="0"/>
      <dgm:spPr/>
    </dgm:pt>
    <dgm:pt modelId="{3E97E0D1-4894-4274-8414-F2E5C5505B4B}" type="pres">
      <dgm:prSet presAssocID="{9199CE60-15F7-4BD7-A4FA-340B6475582A}" presName="compNode" presStyleCnt="0"/>
      <dgm:spPr/>
    </dgm:pt>
    <dgm:pt modelId="{139F66C9-680F-4B14-B8A5-59BB6AD1B65A}" type="pres">
      <dgm:prSet presAssocID="{9199CE60-15F7-4BD7-A4FA-340B6475582A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4F031D74-D4A1-4B80-A951-7ADA6D5A374E}" type="pres">
      <dgm:prSet presAssocID="{9199CE60-15F7-4BD7-A4FA-340B6475582A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5A9B9DD2-3D5F-48BC-A1AA-1A1EE3559A01}" type="pres">
      <dgm:prSet presAssocID="{9199CE60-15F7-4BD7-A4FA-340B6475582A}" presName="spaceRect" presStyleCnt="0"/>
      <dgm:spPr/>
    </dgm:pt>
    <dgm:pt modelId="{ABC60007-4105-4F76-9B36-6445DEDDDE1A}" type="pres">
      <dgm:prSet presAssocID="{9199CE60-15F7-4BD7-A4FA-340B6475582A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C9090917-07AE-4BFB-8D67-BD305D07EED8}" srcId="{9CE539BC-D814-40F7-B915-BCD97A43EC09}" destId="{216B8103-3809-49DF-B424-D721FE2AE186}" srcOrd="4" destOrd="0" parTransId="{64E63169-1626-42B7-A7F6-1DF7E96642EC}" sibTransId="{DE686CC1-FD1D-49ED-9A2A-13535051EEA1}"/>
    <dgm:cxn modelId="{A5DDDB24-E54D-498C-9CB8-800B67F8124D}" srcId="{9CE539BC-D814-40F7-B915-BCD97A43EC09}" destId="{9199CE60-15F7-4BD7-A4FA-340B6475582A}" srcOrd="7" destOrd="0" parTransId="{8FAB62C3-D9B0-44A9-BDB0-BA1D6EF62159}" sibTransId="{896BB19C-855A-476B-B779-337BEE8D69EE}"/>
    <dgm:cxn modelId="{FE3D9C2E-4862-4260-91E7-866F4081756D}" type="presOf" srcId="{040CEEA5-2597-48E5-9202-770530301B5A}" destId="{0C14BD1E-14CF-4B08-B8A9-D30046674723}" srcOrd="0" destOrd="0" presId="urn:microsoft.com/office/officeart/2018/5/layout/IconLeafLabelList"/>
    <dgm:cxn modelId="{BD7F8F34-2E6B-4159-BB22-351E3A3517BB}" srcId="{9CE539BC-D814-40F7-B915-BCD97A43EC09}" destId="{594DC638-93AB-4A78-94B7-D272A78163BB}" srcOrd="1" destOrd="0" parTransId="{C9E7F015-948E-4D2F-B387-720671595ED1}" sibTransId="{C237C3B6-0E0B-4B57-9C23-71AD0DCBDD37}"/>
    <dgm:cxn modelId="{4945AE4B-5F2D-4A6C-9147-33513CD3FCDC}" type="presOf" srcId="{9199CE60-15F7-4BD7-A4FA-340B6475582A}" destId="{ABC60007-4105-4F76-9B36-6445DEDDDE1A}" srcOrd="0" destOrd="0" presId="urn:microsoft.com/office/officeart/2018/5/layout/IconLeafLabelList"/>
    <dgm:cxn modelId="{3228526C-25EF-4C84-B22E-298615CC3C5A}" type="presOf" srcId="{9CE539BC-D814-40F7-B915-BCD97A43EC09}" destId="{AB473FE0-6AAA-4933-A453-D20E50D5B12E}" srcOrd="0" destOrd="0" presId="urn:microsoft.com/office/officeart/2018/5/layout/IconLeafLabelList"/>
    <dgm:cxn modelId="{75FFD455-225D-4412-BCC0-0A60799858AB}" type="presOf" srcId="{11CC4479-D231-45A0-B282-D77A32308554}" destId="{1A02E289-CEE0-4372-ADBB-8E5E7FEC5C9F}" srcOrd="0" destOrd="0" presId="urn:microsoft.com/office/officeart/2018/5/layout/IconLeafLabelList"/>
    <dgm:cxn modelId="{7990C299-EF81-4076-A3BD-1594E6F25C13}" type="presOf" srcId="{0D2EEE7E-E09C-479B-9EBE-EC84657D8505}" destId="{61ABB9D0-999F-4D67-904B-0DC86FC66DD6}" srcOrd="0" destOrd="0" presId="urn:microsoft.com/office/officeart/2018/5/layout/IconLeafLabelList"/>
    <dgm:cxn modelId="{6984F39B-423D-4E07-8E7D-55D9E39ECCC2}" type="presOf" srcId="{216B8103-3809-49DF-B424-D721FE2AE186}" destId="{3EBE6A1A-21F7-4D65-AAB5-F8E99430E14B}" srcOrd="0" destOrd="0" presId="urn:microsoft.com/office/officeart/2018/5/layout/IconLeafLabelList"/>
    <dgm:cxn modelId="{991E0DC0-3B75-4B6B-A189-1F4433468851}" srcId="{9CE539BC-D814-40F7-B915-BCD97A43EC09}" destId="{11CC4479-D231-45A0-B282-D77A32308554}" srcOrd="6" destOrd="0" parTransId="{0AF6DEF9-DE43-449C-B9D9-703389446FA1}" sibTransId="{300A4D3C-32E7-41BC-81D4-3A0C8A4DB818}"/>
    <dgm:cxn modelId="{7CBD71C0-0723-4DF5-861B-48E354B011D1}" srcId="{9CE539BC-D814-40F7-B915-BCD97A43EC09}" destId="{040CEEA5-2597-48E5-9202-770530301B5A}" srcOrd="3" destOrd="0" parTransId="{C04BA7EA-D7AA-4284-AE6A-C83342427FB1}" sibTransId="{ABD025C2-DBEF-4AC7-B34D-B0D352C2876D}"/>
    <dgm:cxn modelId="{3426CFC5-9319-4A71-9E90-CB3467E3F82A}" type="presOf" srcId="{68201C19-38B8-4C9B-A6B4-531C04D644C3}" destId="{58622F00-7D80-44D9-B070-B3922F367C1D}" srcOrd="0" destOrd="0" presId="urn:microsoft.com/office/officeart/2018/5/layout/IconLeafLabelList"/>
    <dgm:cxn modelId="{907D9BD7-E70E-4303-A10D-EFD0CDA98712}" type="presOf" srcId="{594DC638-93AB-4A78-94B7-D272A78163BB}" destId="{9F822BD2-0CBA-473F-AC0C-3A079B8A8EF1}" srcOrd="0" destOrd="0" presId="urn:microsoft.com/office/officeart/2018/5/layout/IconLeafLabelList"/>
    <dgm:cxn modelId="{D8EF7AE0-7E63-422E-87A9-2A4603CDA484}" srcId="{9CE539BC-D814-40F7-B915-BCD97A43EC09}" destId="{74ED3606-6B83-4C11-AB75-6A901B5C3BF3}" srcOrd="0" destOrd="0" parTransId="{9C063B42-6B34-4230-B116-EFB97A1E5296}" sibTransId="{FB46C6A0-D9ED-4774-9853-6064D6366DCB}"/>
    <dgm:cxn modelId="{42A5E5E7-59FA-4C20-BEF6-759B739539CB}" srcId="{9CE539BC-D814-40F7-B915-BCD97A43EC09}" destId="{68201C19-38B8-4C9B-A6B4-531C04D644C3}" srcOrd="5" destOrd="0" parTransId="{39713B13-AE14-4E47-8D6E-52B4FCAD6A6C}" sibTransId="{E15ED401-EF1C-45D5-AB50-D4D4A33CEAF6}"/>
    <dgm:cxn modelId="{ADFDC4E8-1971-4169-9ECC-55C02A5A7FAC}" srcId="{9CE539BC-D814-40F7-B915-BCD97A43EC09}" destId="{0D2EEE7E-E09C-479B-9EBE-EC84657D8505}" srcOrd="2" destOrd="0" parTransId="{78023B45-919F-4878-A30E-F8E2FA8BECB7}" sibTransId="{3F8E42B0-681E-40EA-8954-DDE0C95F55E3}"/>
    <dgm:cxn modelId="{35FE3AEC-4CEE-4E80-85A1-7FCEB3664DE7}" type="presOf" srcId="{74ED3606-6B83-4C11-AB75-6A901B5C3BF3}" destId="{561E3183-FDD8-4E33-A014-5686EC9D3C7A}" srcOrd="0" destOrd="0" presId="urn:microsoft.com/office/officeart/2018/5/layout/IconLeafLabelList"/>
    <dgm:cxn modelId="{BCC98D5F-6538-4C75-A002-5B0BA7050FB0}" type="presParOf" srcId="{AB473FE0-6AAA-4933-A453-D20E50D5B12E}" destId="{D0597D58-3CB2-4A27-B81A-CC754748F54E}" srcOrd="0" destOrd="0" presId="urn:microsoft.com/office/officeart/2018/5/layout/IconLeafLabelList"/>
    <dgm:cxn modelId="{179C1E66-180E-4F13-B3CA-22B5258B1FBC}" type="presParOf" srcId="{D0597D58-3CB2-4A27-B81A-CC754748F54E}" destId="{2F991554-F140-4A7B-8F16-688BA050060E}" srcOrd="0" destOrd="0" presId="urn:microsoft.com/office/officeart/2018/5/layout/IconLeafLabelList"/>
    <dgm:cxn modelId="{5D0CB64A-C093-40DA-BB1E-4250BF53D2A5}" type="presParOf" srcId="{D0597D58-3CB2-4A27-B81A-CC754748F54E}" destId="{BDFA388F-90D0-4B5E-AE84-3DDCF2ED77BB}" srcOrd="1" destOrd="0" presId="urn:microsoft.com/office/officeart/2018/5/layout/IconLeafLabelList"/>
    <dgm:cxn modelId="{F5536BDC-E287-490E-AC53-C140C8336981}" type="presParOf" srcId="{D0597D58-3CB2-4A27-B81A-CC754748F54E}" destId="{EBA95EB3-7903-461C-840F-E391130A9EF2}" srcOrd="2" destOrd="0" presId="urn:microsoft.com/office/officeart/2018/5/layout/IconLeafLabelList"/>
    <dgm:cxn modelId="{551C81D8-B3E9-4E13-92BD-D6C9D109FF48}" type="presParOf" srcId="{D0597D58-3CB2-4A27-B81A-CC754748F54E}" destId="{561E3183-FDD8-4E33-A014-5686EC9D3C7A}" srcOrd="3" destOrd="0" presId="urn:microsoft.com/office/officeart/2018/5/layout/IconLeafLabelList"/>
    <dgm:cxn modelId="{58729399-E287-4F51-958F-2413A42D8F45}" type="presParOf" srcId="{AB473FE0-6AAA-4933-A453-D20E50D5B12E}" destId="{66C20B0C-039D-4BB1-A2F1-513D61016EE8}" srcOrd="1" destOrd="0" presId="urn:microsoft.com/office/officeart/2018/5/layout/IconLeafLabelList"/>
    <dgm:cxn modelId="{316CA9EC-624A-452A-A052-CCA8CEA3F1E3}" type="presParOf" srcId="{AB473FE0-6AAA-4933-A453-D20E50D5B12E}" destId="{46FAC245-4121-4223-B01D-A079FE16BAC9}" srcOrd="2" destOrd="0" presId="urn:microsoft.com/office/officeart/2018/5/layout/IconLeafLabelList"/>
    <dgm:cxn modelId="{03B0FA3D-B32D-46C7-8781-F67E08AC37CE}" type="presParOf" srcId="{46FAC245-4121-4223-B01D-A079FE16BAC9}" destId="{2AA1B71E-7435-4228-AF5C-3E5ED1636FD4}" srcOrd="0" destOrd="0" presId="urn:microsoft.com/office/officeart/2018/5/layout/IconLeafLabelList"/>
    <dgm:cxn modelId="{AD1A52E7-B4F7-4CA1-A428-2E35E223E1EC}" type="presParOf" srcId="{46FAC245-4121-4223-B01D-A079FE16BAC9}" destId="{F01C13E7-5FB2-4693-A308-3A86712A5FF2}" srcOrd="1" destOrd="0" presId="urn:microsoft.com/office/officeart/2018/5/layout/IconLeafLabelList"/>
    <dgm:cxn modelId="{6288A1DE-9BE7-45C7-BB48-088BF038CC8D}" type="presParOf" srcId="{46FAC245-4121-4223-B01D-A079FE16BAC9}" destId="{9D9482D7-71F0-4C72-86E3-4DE36AD236CA}" srcOrd="2" destOrd="0" presId="urn:microsoft.com/office/officeart/2018/5/layout/IconLeafLabelList"/>
    <dgm:cxn modelId="{2ADC7A59-EB13-478D-AC14-4CEB1DFEB19C}" type="presParOf" srcId="{46FAC245-4121-4223-B01D-A079FE16BAC9}" destId="{9F822BD2-0CBA-473F-AC0C-3A079B8A8EF1}" srcOrd="3" destOrd="0" presId="urn:microsoft.com/office/officeart/2018/5/layout/IconLeafLabelList"/>
    <dgm:cxn modelId="{304AAC65-4BF1-44EC-B440-A750C20E2B51}" type="presParOf" srcId="{AB473FE0-6AAA-4933-A453-D20E50D5B12E}" destId="{3D82D922-E6EB-419F-A69A-D20C2807FCBF}" srcOrd="3" destOrd="0" presId="urn:microsoft.com/office/officeart/2018/5/layout/IconLeafLabelList"/>
    <dgm:cxn modelId="{9CC9F031-C2D1-4EC1-AE85-3618811B597E}" type="presParOf" srcId="{AB473FE0-6AAA-4933-A453-D20E50D5B12E}" destId="{D2C47CEA-99B5-4C26-8D55-EE1321EB969F}" srcOrd="4" destOrd="0" presId="urn:microsoft.com/office/officeart/2018/5/layout/IconLeafLabelList"/>
    <dgm:cxn modelId="{A5936F28-9D03-4240-B44C-D79A99261DDA}" type="presParOf" srcId="{D2C47CEA-99B5-4C26-8D55-EE1321EB969F}" destId="{3EF28D73-A90F-42AF-88AE-8B9CB3D3F87F}" srcOrd="0" destOrd="0" presId="urn:microsoft.com/office/officeart/2018/5/layout/IconLeafLabelList"/>
    <dgm:cxn modelId="{D10FC901-E7C8-4110-B67B-937267987D12}" type="presParOf" srcId="{D2C47CEA-99B5-4C26-8D55-EE1321EB969F}" destId="{2927503F-CF87-47DD-9574-2817971104AC}" srcOrd="1" destOrd="0" presId="urn:microsoft.com/office/officeart/2018/5/layout/IconLeafLabelList"/>
    <dgm:cxn modelId="{DE86618B-3A0B-4B9D-A1AF-F4EE52727CC6}" type="presParOf" srcId="{D2C47CEA-99B5-4C26-8D55-EE1321EB969F}" destId="{0096D99F-1388-4D9A-AA54-CAB7A7A9149B}" srcOrd="2" destOrd="0" presId="urn:microsoft.com/office/officeart/2018/5/layout/IconLeafLabelList"/>
    <dgm:cxn modelId="{2FEF2316-9D74-40D8-BC78-7BCC7729D099}" type="presParOf" srcId="{D2C47CEA-99B5-4C26-8D55-EE1321EB969F}" destId="{61ABB9D0-999F-4D67-904B-0DC86FC66DD6}" srcOrd="3" destOrd="0" presId="urn:microsoft.com/office/officeart/2018/5/layout/IconLeafLabelList"/>
    <dgm:cxn modelId="{667C1B22-FDB3-4D32-9F04-51A27C411164}" type="presParOf" srcId="{AB473FE0-6AAA-4933-A453-D20E50D5B12E}" destId="{096DFDE2-5360-4DE7-9ED5-003AD1EE54A9}" srcOrd="5" destOrd="0" presId="urn:microsoft.com/office/officeart/2018/5/layout/IconLeafLabelList"/>
    <dgm:cxn modelId="{7D7B355C-8D95-4F52-A470-184636E93310}" type="presParOf" srcId="{AB473FE0-6AAA-4933-A453-D20E50D5B12E}" destId="{82289B3C-8996-4ACD-90AC-5D9C932492DF}" srcOrd="6" destOrd="0" presId="urn:microsoft.com/office/officeart/2018/5/layout/IconLeafLabelList"/>
    <dgm:cxn modelId="{1CEBD1C3-F42E-4FAA-A6FD-D7F81C8D4673}" type="presParOf" srcId="{82289B3C-8996-4ACD-90AC-5D9C932492DF}" destId="{5C0DD760-2226-4EBB-AB69-12706F3A77B5}" srcOrd="0" destOrd="0" presId="urn:microsoft.com/office/officeart/2018/5/layout/IconLeafLabelList"/>
    <dgm:cxn modelId="{B9666134-8D39-404A-A12F-5A8FD85CA35D}" type="presParOf" srcId="{82289B3C-8996-4ACD-90AC-5D9C932492DF}" destId="{626188A9-A840-49C9-A467-E242FEACE511}" srcOrd="1" destOrd="0" presId="urn:microsoft.com/office/officeart/2018/5/layout/IconLeafLabelList"/>
    <dgm:cxn modelId="{F37DCC21-6EFB-49B5-B435-1F382876F144}" type="presParOf" srcId="{82289B3C-8996-4ACD-90AC-5D9C932492DF}" destId="{6BE7603E-6871-4210-9006-46DB324FC17E}" srcOrd="2" destOrd="0" presId="urn:microsoft.com/office/officeart/2018/5/layout/IconLeafLabelList"/>
    <dgm:cxn modelId="{C1CEBE33-E937-4932-9EEA-6283948D957D}" type="presParOf" srcId="{82289B3C-8996-4ACD-90AC-5D9C932492DF}" destId="{0C14BD1E-14CF-4B08-B8A9-D30046674723}" srcOrd="3" destOrd="0" presId="urn:microsoft.com/office/officeart/2018/5/layout/IconLeafLabelList"/>
    <dgm:cxn modelId="{E2A17ADF-3CA9-4D4B-9B37-A757987F8190}" type="presParOf" srcId="{AB473FE0-6AAA-4933-A453-D20E50D5B12E}" destId="{F770BC9F-BFA0-4608-9455-AA9F8F2FB013}" srcOrd="7" destOrd="0" presId="urn:microsoft.com/office/officeart/2018/5/layout/IconLeafLabelList"/>
    <dgm:cxn modelId="{2EE5C287-ED26-4C58-BBB7-A8ACA03C7A11}" type="presParOf" srcId="{AB473FE0-6AAA-4933-A453-D20E50D5B12E}" destId="{1B91DDA8-F04A-4AFF-A479-1651A8AEEC48}" srcOrd="8" destOrd="0" presId="urn:microsoft.com/office/officeart/2018/5/layout/IconLeafLabelList"/>
    <dgm:cxn modelId="{EA73A2E3-30DD-4F2A-A260-F750D9D3FDDF}" type="presParOf" srcId="{1B91DDA8-F04A-4AFF-A479-1651A8AEEC48}" destId="{025C23A3-E82B-47E8-9D7A-EA3834E12E6F}" srcOrd="0" destOrd="0" presId="urn:microsoft.com/office/officeart/2018/5/layout/IconLeafLabelList"/>
    <dgm:cxn modelId="{45A7174F-C33E-4296-A3B9-47E1E50A1DB9}" type="presParOf" srcId="{1B91DDA8-F04A-4AFF-A479-1651A8AEEC48}" destId="{96AD5C33-51B3-494F-BAFF-6D6FF137DD88}" srcOrd="1" destOrd="0" presId="urn:microsoft.com/office/officeart/2018/5/layout/IconLeafLabelList"/>
    <dgm:cxn modelId="{513F157A-9634-46B7-9DB1-B0A5BE15ED25}" type="presParOf" srcId="{1B91DDA8-F04A-4AFF-A479-1651A8AEEC48}" destId="{A427AFBF-98E9-4384-8F43-415ECD043F15}" srcOrd="2" destOrd="0" presId="urn:microsoft.com/office/officeart/2018/5/layout/IconLeafLabelList"/>
    <dgm:cxn modelId="{CB8A04A1-7168-45FB-86CE-DD04E415B05F}" type="presParOf" srcId="{1B91DDA8-F04A-4AFF-A479-1651A8AEEC48}" destId="{3EBE6A1A-21F7-4D65-AAB5-F8E99430E14B}" srcOrd="3" destOrd="0" presId="urn:microsoft.com/office/officeart/2018/5/layout/IconLeafLabelList"/>
    <dgm:cxn modelId="{E5F797AF-2698-4043-8F9A-4D7D79AE4E9A}" type="presParOf" srcId="{AB473FE0-6AAA-4933-A453-D20E50D5B12E}" destId="{DB2D346E-5D51-4A1A-BF1F-6661E7A60669}" srcOrd="9" destOrd="0" presId="urn:microsoft.com/office/officeart/2018/5/layout/IconLeafLabelList"/>
    <dgm:cxn modelId="{0BB7B84C-032B-4B2D-A087-A43C872409CB}" type="presParOf" srcId="{AB473FE0-6AAA-4933-A453-D20E50D5B12E}" destId="{5FFC4332-5064-48A6-91DA-5D3BE3FA3777}" srcOrd="10" destOrd="0" presId="urn:microsoft.com/office/officeart/2018/5/layout/IconLeafLabelList"/>
    <dgm:cxn modelId="{F0C98D07-E9FA-49AB-9E81-8E966834172B}" type="presParOf" srcId="{5FFC4332-5064-48A6-91DA-5D3BE3FA3777}" destId="{1A394312-5E08-468E-87E1-9C8422E10231}" srcOrd="0" destOrd="0" presId="urn:microsoft.com/office/officeart/2018/5/layout/IconLeafLabelList"/>
    <dgm:cxn modelId="{2543E765-52B8-4B95-9BAC-368E9C9E9C62}" type="presParOf" srcId="{5FFC4332-5064-48A6-91DA-5D3BE3FA3777}" destId="{35C05D0C-7E4B-498C-A174-2D7D4234A7B1}" srcOrd="1" destOrd="0" presId="urn:microsoft.com/office/officeart/2018/5/layout/IconLeafLabelList"/>
    <dgm:cxn modelId="{A6C4154E-7D27-491E-B36A-AA5457626132}" type="presParOf" srcId="{5FFC4332-5064-48A6-91DA-5D3BE3FA3777}" destId="{55249FEB-295F-473C-A476-5BB61843D8DE}" srcOrd="2" destOrd="0" presId="urn:microsoft.com/office/officeart/2018/5/layout/IconLeafLabelList"/>
    <dgm:cxn modelId="{07D0AD3F-6F0A-487F-A654-8DEC00967D9A}" type="presParOf" srcId="{5FFC4332-5064-48A6-91DA-5D3BE3FA3777}" destId="{58622F00-7D80-44D9-B070-B3922F367C1D}" srcOrd="3" destOrd="0" presId="urn:microsoft.com/office/officeart/2018/5/layout/IconLeafLabelList"/>
    <dgm:cxn modelId="{C6627B26-1463-423A-9030-01F2F24B05A6}" type="presParOf" srcId="{AB473FE0-6AAA-4933-A453-D20E50D5B12E}" destId="{7F91B3C0-612C-49AF-9F91-FD97608AEF73}" srcOrd="11" destOrd="0" presId="urn:microsoft.com/office/officeart/2018/5/layout/IconLeafLabelList"/>
    <dgm:cxn modelId="{E520A8B6-CDD2-471C-B264-5657527911AB}" type="presParOf" srcId="{AB473FE0-6AAA-4933-A453-D20E50D5B12E}" destId="{0F70248C-6902-4210-B7F1-C94E55A0AEBB}" srcOrd="12" destOrd="0" presId="urn:microsoft.com/office/officeart/2018/5/layout/IconLeafLabelList"/>
    <dgm:cxn modelId="{FB4B5C93-F17D-493B-B5E7-042DA818CF94}" type="presParOf" srcId="{0F70248C-6902-4210-B7F1-C94E55A0AEBB}" destId="{C200BE5C-2161-41BC-B37F-9810E452C056}" srcOrd="0" destOrd="0" presId="urn:microsoft.com/office/officeart/2018/5/layout/IconLeafLabelList"/>
    <dgm:cxn modelId="{29F5E0C5-12D7-4F98-8BB5-F5D9A8DF2F73}" type="presParOf" srcId="{0F70248C-6902-4210-B7F1-C94E55A0AEBB}" destId="{91096D66-2744-4128-B323-539A575CE3D4}" srcOrd="1" destOrd="0" presId="urn:microsoft.com/office/officeart/2018/5/layout/IconLeafLabelList"/>
    <dgm:cxn modelId="{44ACCA61-F9E4-440E-8146-388F5186F7C1}" type="presParOf" srcId="{0F70248C-6902-4210-B7F1-C94E55A0AEBB}" destId="{A7CE02B2-01F3-4F04-85F6-08F2A1DB3641}" srcOrd="2" destOrd="0" presId="urn:microsoft.com/office/officeart/2018/5/layout/IconLeafLabelList"/>
    <dgm:cxn modelId="{C2E25589-30D4-4F27-A1D3-48F3180CD098}" type="presParOf" srcId="{0F70248C-6902-4210-B7F1-C94E55A0AEBB}" destId="{1A02E289-CEE0-4372-ADBB-8E5E7FEC5C9F}" srcOrd="3" destOrd="0" presId="urn:microsoft.com/office/officeart/2018/5/layout/IconLeafLabelList"/>
    <dgm:cxn modelId="{09E21B98-C6AF-409D-99DD-D22F18B71E61}" type="presParOf" srcId="{AB473FE0-6AAA-4933-A453-D20E50D5B12E}" destId="{75A54172-2D44-41DE-9C43-0BA5174C074C}" srcOrd="13" destOrd="0" presId="urn:microsoft.com/office/officeart/2018/5/layout/IconLeafLabelList"/>
    <dgm:cxn modelId="{FE018490-F2B0-4F8A-8762-7AB49A948158}" type="presParOf" srcId="{AB473FE0-6AAA-4933-A453-D20E50D5B12E}" destId="{3E97E0D1-4894-4274-8414-F2E5C5505B4B}" srcOrd="14" destOrd="0" presId="urn:microsoft.com/office/officeart/2018/5/layout/IconLeafLabelList"/>
    <dgm:cxn modelId="{ECC09A3D-DF5F-40DF-A234-54D8A6470693}" type="presParOf" srcId="{3E97E0D1-4894-4274-8414-F2E5C5505B4B}" destId="{139F66C9-680F-4B14-B8A5-59BB6AD1B65A}" srcOrd="0" destOrd="0" presId="urn:microsoft.com/office/officeart/2018/5/layout/IconLeafLabelList"/>
    <dgm:cxn modelId="{C7073326-45A1-46A3-B897-3CB631B600F6}" type="presParOf" srcId="{3E97E0D1-4894-4274-8414-F2E5C5505B4B}" destId="{4F031D74-D4A1-4B80-A951-7ADA6D5A374E}" srcOrd="1" destOrd="0" presId="urn:microsoft.com/office/officeart/2018/5/layout/IconLeafLabelList"/>
    <dgm:cxn modelId="{E347A63C-95ED-4F67-95BD-EB70433C10B0}" type="presParOf" srcId="{3E97E0D1-4894-4274-8414-F2E5C5505B4B}" destId="{5A9B9DD2-3D5F-48BC-A1AA-1A1EE3559A01}" srcOrd="2" destOrd="0" presId="urn:microsoft.com/office/officeart/2018/5/layout/IconLeafLabelList"/>
    <dgm:cxn modelId="{97DE3D63-B3B7-401F-A37C-8898DA1D74A3}" type="presParOf" srcId="{3E97E0D1-4894-4274-8414-F2E5C5505B4B}" destId="{ABC60007-4105-4F76-9B36-6445DEDDDE1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91554-F140-4A7B-8F16-688BA050060E}">
      <dsp:nvSpPr>
        <dsp:cNvPr id="0" name=""/>
        <dsp:cNvSpPr/>
      </dsp:nvSpPr>
      <dsp:spPr>
        <a:xfrm>
          <a:off x="33275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FA388F-90D0-4B5E-AE84-3DDCF2ED77BB}">
      <dsp:nvSpPr>
        <dsp:cNvPr id="0" name=""/>
        <dsp:cNvSpPr/>
      </dsp:nvSpPr>
      <dsp:spPr>
        <a:xfrm>
          <a:off x="53841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E3183-FDD8-4E33-A014-5686EC9D3C7A}">
      <dsp:nvSpPr>
        <dsp:cNvPr id="0" name=""/>
        <dsp:cNvSpPr/>
      </dsp:nvSpPr>
      <dsp:spPr>
        <a:xfrm>
          <a:off x="2425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Framework Overview</a:t>
          </a:r>
        </a:p>
      </dsp:txBody>
      <dsp:txXfrm>
        <a:off x="24259" y="1265836"/>
        <a:ext cx="1582031" cy="632812"/>
      </dsp:txXfrm>
    </dsp:sp>
    <dsp:sp modelId="{2AA1B71E-7435-4228-AF5C-3E5ED1636FD4}">
      <dsp:nvSpPr>
        <dsp:cNvPr id="0" name=""/>
        <dsp:cNvSpPr/>
      </dsp:nvSpPr>
      <dsp:spPr>
        <a:xfrm>
          <a:off x="2191641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C13E7-5FB2-4693-A308-3A86712A5FF2}">
      <dsp:nvSpPr>
        <dsp:cNvPr id="0" name=""/>
        <dsp:cNvSpPr/>
      </dsp:nvSpPr>
      <dsp:spPr>
        <a:xfrm>
          <a:off x="2397305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822BD2-0CBA-473F-AC0C-3A079B8A8EF1}">
      <dsp:nvSpPr>
        <dsp:cNvPr id="0" name=""/>
        <dsp:cNvSpPr/>
      </dsp:nvSpPr>
      <dsp:spPr>
        <a:xfrm>
          <a:off x="188314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Architecture &amp; Design</a:t>
          </a:r>
        </a:p>
      </dsp:txBody>
      <dsp:txXfrm>
        <a:off x="1883145" y="1265836"/>
        <a:ext cx="1582031" cy="632812"/>
      </dsp:txXfrm>
    </dsp:sp>
    <dsp:sp modelId="{3EF28D73-A90F-42AF-88AE-8B9CB3D3F87F}">
      <dsp:nvSpPr>
        <dsp:cNvPr id="0" name=""/>
        <dsp:cNvSpPr/>
      </dsp:nvSpPr>
      <dsp:spPr>
        <a:xfrm>
          <a:off x="405052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7503F-CF87-47DD-9574-2817971104AC}">
      <dsp:nvSpPr>
        <dsp:cNvPr id="0" name=""/>
        <dsp:cNvSpPr/>
      </dsp:nvSpPr>
      <dsp:spPr>
        <a:xfrm>
          <a:off x="425619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BB9D0-999F-4D67-904B-0DC86FC66DD6}">
      <dsp:nvSpPr>
        <dsp:cNvPr id="0" name=""/>
        <dsp:cNvSpPr/>
      </dsp:nvSpPr>
      <dsp:spPr>
        <a:xfrm>
          <a:off x="374203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Key Components</a:t>
          </a:r>
        </a:p>
      </dsp:txBody>
      <dsp:txXfrm>
        <a:off x="3742032" y="1265836"/>
        <a:ext cx="1582031" cy="632812"/>
      </dsp:txXfrm>
    </dsp:sp>
    <dsp:sp modelId="{5C0DD760-2226-4EBB-AB69-12706F3A77B5}">
      <dsp:nvSpPr>
        <dsp:cNvPr id="0" name=""/>
        <dsp:cNvSpPr/>
      </dsp:nvSpPr>
      <dsp:spPr>
        <a:xfrm>
          <a:off x="5909415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6188A9-A840-49C9-A467-E242FEACE511}">
      <dsp:nvSpPr>
        <dsp:cNvPr id="0" name=""/>
        <dsp:cNvSpPr/>
      </dsp:nvSpPr>
      <dsp:spPr>
        <a:xfrm>
          <a:off x="611507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4BD1E-14CF-4B08-B8A9-D30046674723}">
      <dsp:nvSpPr>
        <dsp:cNvPr id="0" name=""/>
        <dsp:cNvSpPr/>
      </dsp:nvSpPr>
      <dsp:spPr>
        <a:xfrm>
          <a:off x="560091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Workflow &amp; Process</a:t>
          </a:r>
        </a:p>
      </dsp:txBody>
      <dsp:txXfrm>
        <a:off x="5600919" y="1265836"/>
        <a:ext cx="1582031" cy="632812"/>
      </dsp:txXfrm>
    </dsp:sp>
    <dsp:sp modelId="{025C23A3-E82B-47E8-9D7A-EA3834E12E6F}">
      <dsp:nvSpPr>
        <dsp:cNvPr id="0" name=""/>
        <dsp:cNvSpPr/>
      </dsp:nvSpPr>
      <dsp:spPr>
        <a:xfrm>
          <a:off x="7768302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D5C33-51B3-494F-BAFF-6D6FF137DD88}">
      <dsp:nvSpPr>
        <dsp:cNvPr id="0" name=""/>
        <dsp:cNvSpPr/>
      </dsp:nvSpPr>
      <dsp:spPr>
        <a:xfrm>
          <a:off x="797396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BE6A1A-21F7-4D65-AAB5-F8E99430E14B}">
      <dsp:nvSpPr>
        <dsp:cNvPr id="0" name=""/>
        <dsp:cNvSpPr/>
      </dsp:nvSpPr>
      <dsp:spPr>
        <a:xfrm>
          <a:off x="7459805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Features &amp; Capabilities</a:t>
          </a:r>
        </a:p>
      </dsp:txBody>
      <dsp:txXfrm>
        <a:off x="7459805" y="1265836"/>
        <a:ext cx="1582031" cy="632812"/>
      </dsp:txXfrm>
    </dsp:sp>
    <dsp:sp modelId="{1A394312-5E08-468E-87E1-9C8422E10231}">
      <dsp:nvSpPr>
        <dsp:cNvPr id="0" name=""/>
        <dsp:cNvSpPr/>
      </dsp:nvSpPr>
      <dsp:spPr>
        <a:xfrm>
          <a:off x="9627188" y="211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C05D0C-7E4B-498C-A174-2D7D4234A7B1}">
      <dsp:nvSpPr>
        <dsp:cNvPr id="0" name=""/>
        <dsp:cNvSpPr/>
      </dsp:nvSpPr>
      <dsp:spPr>
        <a:xfrm>
          <a:off x="9832852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22F00-7D80-44D9-B070-B3922F367C1D}">
      <dsp:nvSpPr>
        <dsp:cNvPr id="0" name=""/>
        <dsp:cNvSpPr/>
      </dsp:nvSpPr>
      <dsp:spPr>
        <a:xfrm>
          <a:off x="9318692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Technical Implementation</a:t>
          </a:r>
        </a:p>
      </dsp:txBody>
      <dsp:txXfrm>
        <a:off x="9318692" y="1265836"/>
        <a:ext cx="1582031" cy="632812"/>
      </dsp:txXfrm>
    </dsp:sp>
    <dsp:sp modelId="{C200BE5C-2161-41BC-B37F-9810E452C056}">
      <dsp:nvSpPr>
        <dsp:cNvPr id="0" name=""/>
        <dsp:cNvSpPr/>
      </dsp:nvSpPr>
      <dsp:spPr>
        <a:xfrm>
          <a:off x="4050528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96D66-2744-4128-B323-539A575CE3D4}">
      <dsp:nvSpPr>
        <dsp:cNvPr id="0" name=""/>
        <dsp:cNvSpPr/>
      </dsp:nvSpPr>
      <dsp:spPr>
        <a:xfrm>
          <a:off x="4256192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2E289-CEE0-4372-ADBB-8E5E7FEC5C9F}">
      <dsp:nvSpPr>
        <dsp:cNvPr id="0" name=""/>
        <dsp:cNvSpPr/>
      </dsp:nvSpPr>
      <dsp:spPr>
        <a:xfrm>
          <a:off x="3742032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Benefits &amp; Use Cases</a:t>
          </a:r>
        </a:p>
      </dsp:txBody>
      <dsp:txXfrm>
        <a:off x="3742032" y="3559781"/>
        <a:ext cx="1582031" cy="632812"/>
      </dsp:txXfrm>
    </dsp:sp>
    <dsp:sp modelId="{139F66C9-680F-4B14-B8A5-59BB6AD1B65A}">
      <dsp:nvSpPr>
        <dsp:cNvPr id="0" name=""/>
        <dsp:cNvSpPr/>
      </dsp:nvSpPr>
      <dsp:spPr>
        <a:xfrm>
          <a:off x="5909415" y="2294156"/>
          <a:ext cx="965039" cy="965039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31D74-D4A1-4B80-A951-7ADA6D5A374E}">
      <dsp:nvSpPr>
        <dsp:cNvPr id="0" name=""/>
        <dsp:cNvSpPr/>
      </dsp:nvSpPr>
      <dsp:spPr>
        <a:xfrm>
          <a:off x="6115079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60007-4105-4F76-9B36-6445DEDDDE1A}">
      <dsp:nvSpPr>
        <dsp:cNvPr id="0" name=""/>
        <dsp:cNvSpPr/>
      </dsp:nvSpPr>
      <dsp:spPr>
        <a:xfrm>
          <a:off x="5600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Demo &amp; Examples</a:t>
          </a:r>
        </a:p>
      </dsp:txBody>
      <dsp:txXfrm>
        <a:off x="5600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528" y="735283"/>
            <a:ext cx="4977103" cy="3165045"/>
          </a:xfrm>
        </p:spPr>
        <p:txBody>
          <a:bodyPr anchor="b">
            <a:normAutofit/>
          </a:bodyPr>
          <a:lstStyle/>
          <a:p>
            <a:pPr algn="l">
              <a:defRPr sz="4400" b="1">
                <a:solidFill>
                  <a:srgbClr val="007ACC"/>
                </a:solidFill>
              </a:defRPr>
            </a:pPr>
            <a:r>
              <a:rPr lang="en-US" sz="5100"/>
              <a:t>Data Validation Tool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6528" y="4078423"/>
            <a:ext cx="4977103" cy="2058657"/>
          </a:xfrm>
        </p:spPr>
        <p:txBody>
          <a:bodyPr>
            <a:normAutofit/>
          </a:bodyPr>
          <a:lstStyle/>
          <a:p>
            <a:pPr algn="l">
              <a:defRPr sz="2400"/>
            </a:pPr>
            <a:r>
              <a:rPr dirty="0"/>
              <a:t>Comprehensive Data Validation &amp; Comparison Solution</a:t>
            </a:r>
            <a:endParaRPr lang="en-US" dirty="0"/>
          </a:p>
          <a:p>
            <a:pPr algn="l">
              <a:defRPr sz="2400"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E547AD3D-DAA1-F3E9-E2A5-3326A99C6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362" y="2776787"/>
            <a:ext cx="1288715" cy="1288715"/>
          </a:xfrm>
          <a:prstGeom prst="rect">
            <a:avLst/>
          </a:prstGeom>
        </p:spPr>
      </p:pic>
      <p:pic>
        <p:nvPicPr>
          <p:cNvPr id="9" name="Graphic 8" descr="Database">
            <a:extLst>
              <a:ext uri="{FF2B5EF4-FFF2-40B4-BE49-F238E27FC236}">
                <a16:creationId xmlns:a16="http://schemas.microsoft.com/office/drawing/2014/main" id="{684393B4-6B5A-433F-9748-6B164D832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6094" y="717111"/>
            <a:ext cx="5409934" cy="5409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 sz="3600" b="1"/>
            </a:pPr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D1E97E-43C0-1261-A3AC-3A3B22675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5249462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86" y="1188637"/>
            <a:ext cx="2987456" cy="4480726"/>
          </a:xfrm>
        </p:spPr>
        <p:txBody>
          <a:bodyPr>
            <a:normAutofit/>
          </a:bodyPr>
          <a:lstStyle/>
          <a:p>
            <a:pPr algn="r">
              <a:defRPr sz="3600" b="1"/>
            </a:pPr>
            <a:r>
              <a:rPr lang="en-US" sz="4600"/>
              <a:t>Framework Overview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083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3891" y="1648870"/>
            <a:ext cx="4701623" cy="356026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700" dirty="0"/>
              <a:t>What is the Data Validation Tool?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700" dirty="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A robust, scalable framework designed for: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• Data Quality Assurance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• Migration Validation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• Data Comparison &amp; Analysis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• Automated Reporting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700" dirty="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700" dirty="0"/>
              <a:t>Core Purpose: Ensure data integrity and accuracy across different data sources and formats.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lang="en-US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007ACC"/>
                </a:solidFill>
              </a:defRPr>
            </a:pPr>
            <a:r>
              <a:rPr dirty="0"/>
              <a:t>High-Level Architecture:</a:t>
            </a:r>
          </a:p>
          <a:p>
            <a:pPr marL="0" indent="0">
              <a:buNone/>
              <a:defRPr sz="1600">
                <a:solidFill>
                  <a:srgbClr val="424242"/>
                </a:solidFill>
              </a:defRPr>
            </a:pPr>
            <a:r>
              <a:rPr dirty="0"/>
              <a:t>                  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7B705-2593-5469-18C6-7A5229860337}"/>
              </a:ext>
            </a:extLst>
          </p:cNvPr>
          <p:cNvSpPr/>
          <p:nvPr/>
        </p:nvSpPr>
        <p:spPr>
          <a:xfrm>
            <a:off x="839449" y="2353456"/>
            <a:ext cx="638581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Input (CLI/GUI) → Configuration Management → Data Sources (CSV/Excel)</a:t>
            </a:r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ED353D-58F2-43BE-9362-EE2722ED6F8C}"/>
              </a:ext>
            </a:extLst>
          </p:cNvPr>
          <p:cNvSpPr/>
          <p:nvPr/>
        </p:nvSpPr>
        <p:spPr>
          <a:xfrm>
            <a:off x="839449" y="4871804"/>
            <a:ext cx="6385809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Validation Pipeline → Data Processing &amp; Comparison → Output Generation</a:t>
            </a:r>
          </a:p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B0A2D0-BB44-3AAF-236C-531CA962792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4032354" y="3267856"/>
            <a:ext cx="0" cy="1603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600">
                <a:solidFill>
                  <a:srgbClr val="FFFFFF"/>
                </a:solidFill>
              </a:rPr>
              <a:t>Key Components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007ACC"/>
                </a:solidFill>
              </a:defRPr>
            </a:pPr>
            <a:r>
              <a:rPr dirty="0"/>
              <a:t>Core Framework Components: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1. Configuration Service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JSON-based configuration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Validation rules management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File mapping definitions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2. Data Processing Pipeline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Data preparation &amp; cleaning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Joining &amp; aggregation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Comparison &amp; analysis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3. Output Generation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Multiple format support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Detailed reporting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dirty="0"/>
              <a:t>   • Visual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4000">
                <a:solidFill>
                  <a:srgbClr val="FFFFFF"/>
                </a:solidFill>
              </a:rPr>
              <a:t>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400" dirty="0"/>
              <a:t>Key Features: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✅ Multi-Format Support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CSV, Excel, JSON files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Different encoding support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Sheet-based processing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✅ Flexible Configuration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JSON-based configuration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Dynamic column mapping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Custom validation rules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✅ Advanced Processing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Data aggregation (SUM, AVG, COUNT)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Custom join conditions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Conditional processing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400" dirty="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✅ Comprehensive Reporting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Detailed comparison results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Difference analysis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400" dirty="0"/>
              <a:t>   • Visual charts &amp; graphs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3400">
                <a:solidFill>
                  <a:srgbClr val="FFFFFF"/>
                </a:solidFill>
              </a:rPr>
              <a:t>Technical Implementation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sz="1900" dirty="0"/>
              <a:t>Technology Stack: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sz="1900" dirty="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Backend Framework: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Python 3.8+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Pandas for data manipulation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</a:t>
            </a:r>
            <a:r>
              <a:rPr sz="1900" dirty="0" err="1"/>
              <a:t>OpenPyXL</a:t>
            </a:r>
            <a:r>
              <a:rPr sz="1900" dirty="0"/>
              <a:t> for Excel processing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sz="1900" dirty="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Design Patterns: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SOLID Principles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Factory Pattern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Strategy Pattern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Dependency Injection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sz="1900" dirty="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Architecture: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Modular design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Separation of concerns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sz="1900" dirty="0"/>
              <a:t>• Extensible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4000">
                <a:solidFill>
                  <a:srgbClr val="FFFFFF"/>
                </a:solidFill>
              </a:rPr>
              <a:t>Configuration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400"/>
              <a:t>Sample Configuration: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endParaRPr lang="en-US" sz="1400"/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{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"input_files": {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"before": "data/before_migration.csv",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"after": "data/after_migration.xlsx"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},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"column_mapping": {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"id": ["ID", "Customer_ID"],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"name": ["Name", "Customer_Name"],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"amount": ["Amount", "Transaction_Amount"]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},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"aggregation": {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"sum": ["amount"],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"count": ["id"]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},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"output": {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"format": "excel",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  "filename": "validation_results.xlsx"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  }</a:t>
            </a:r>
          </a:p>
          <a:p>
            <a:pPr>
              <a:lnSpc>
                <a:spcPct val="90000"/>
              </a:lnSpc>
              <a:defRPr sz="1200">
                <a:solidFill>
                  <a:srgbClr val="424242"/>
                </a:solidFill>
                <a:latin typeface="Consolas"/>
              </a:defRPr>
            </a:pPr>
            <a:r>
              <a:rPr lang="en-US" sz="140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600">
                <a:solidFill>
                  <a:srgbClr val="FFFFFF"/>
                </a:solidFill>
              </a:rPr>
              <a:t>Benefits &amp; Advantages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700"/>
              <a:t>Why Choose This Framework?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🚀 Performance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Optimized data processing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Memory-efficient operations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Fast execution times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🔧 Flexibility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Configurable workflows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Extensible architecture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Multiple output formats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📊 Accuracy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Precise data comparison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Detailed difference analysis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Comprehensive reporting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🛡️ Reliability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Error handling &amp; validation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Data integrity checks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   • Robust processing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600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700"/>
              <a:t>Common Applications: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Data Migration Validation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Verify data integrity after migration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Compare before/after datasets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Identify missing or corrupted data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Quality Assurance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Validate data quality standards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Check for data inconsistencies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Monitor data accuracy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Business Intelligence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Generate comparison reports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Analyze data trends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Support decision-making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 sz="1700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Compliance &amp; Auditing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Regulatory compliance checks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Audit trail generation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 sz="1700"/>
              <a:t>• Data governance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600">
                <a:solidFill>
                  <a:srgbClr val="FFFFFF"/>
                </a:solidFill>
              </a:rPr>
              <a:t>Demo Scenario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/>
              <a:t>Sample Use Case: Customer Data Migration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Scenario: Validating customer data after system migration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Input Data: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• Before: CSV file with customer records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• After: Excel file with migrated data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Validation Process: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1. Load and validate configuration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2. Prepare and clean data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3. Join datasets by customer ID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4. Compare key fields (name, email, balance)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5. Generate detailed report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endParaRPr lang="en-US"/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Expected Output: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• Excel report with comparison results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• Summary of differences</a:t>
            </a:r>
          </a:p>
          <a:p>
            <a:pPr>
              <a:lnSpc>
                <a:spcPct val="90000"/>
              </a:lnSpc>
              <a:defRPr sz="1600">
                <a:solidFill>
                  <a:srgbClr val="424242"/>
                </a:solidFill>
              </a:defRPr>
            </a:pPr>
            <a:r>
              <a:rPr lang="en-US"/>
              <a:t>• Visual charts showing data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400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400" b="1">
                <a:solidFill>
                  <a:srgbClr val="007ACC"/>
                </a:solidFill>
              </a:defRPr>
            </a:pPr>
            <a:r>
              <a:rPr lang="en-US" sz="1900"/>
              <a:t>Quick Start Guide: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1. Installation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pip install data-validation-tool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2. Configuration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Create JSON config file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Define data sources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Set validation rules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3. Execution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python run_validation.py config.json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endParaRPr lang="en-US" sz="1900"/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4. Review Results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Check output files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Analyze reports</a:t>
            </a:r>
          </a:p>
          <a:p>
            <a:pPr>
              <a:lnSpc>
                <a:spcPct val="90000"/>
              </a:lnSpc>
              <a:defRPr sz="1800">
                <a:solidFill>
                  <a:srgbClr val="424242"/>
                </a:solidFill>
              </a:defRPr>
            </a:pPr>
            <a:r>
              <a:rPr lang="en-US" sz="1900"/>
              <a:t>   • Take corrective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4000">
                <a:solidFill>
                  <a:srgbClr val="FFFFFF"/>
                </a:solidFill>
              </a:rP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007ACC"/>
                </a:solidFill>
              </a:defRPr>
            </a:pPr>
            <a:r>
              <a:rPr lang="en-US" sz="2000" dirty="0"/>
              <a:t>Get in Touch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lang="en-US" sz="2000" dirty="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 dirty="0"/>
              <a:t>Need to update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600" y="586855"/>
            <a:ext cx="3200532" cy="3387497"/>
          </a:xfrm>
        </p:spPr>
        <p:txBody>
          <a:bodyPr anchor="b">
            <a:normAutofit/>
          </a:bodyPr>
          <a:lstStyle/>
          <a:p>
            <a:pPr algn="r">
              <a:defRPr sz="3600" b="1"/>
            </a:pPr>
            <a:r>
              <a:rPr lang="en-US" sz="40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9006" y="649480"/>
            <a:ext cx="6553640" cy="5546047"/>
          </a:xfrm>
        </p:spPr>
        <p:txBody>
          <a:bodyPr anchor="ctr">
            <a:normAutofit/>
          </a:bodyPr>
          <a:lstStyle/>
          <a:p>
            <a:pPr>
              <a:defRPr sz="2400" b="1">
                <a:solidFill>
                  <a:srgbClr val="007ACC"/>
                </a:solidFill>
              </a:defRPr>
            </a:pPr>
            <a:r>
              <a:rPr lang="en-US" sz="2000"/>
              <a:t>Thank You for Your Attention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lang="en-US" sz="200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Key Takeaways: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Robust data validation framework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Flexible and scalable solution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Comprehensive reporting capabilities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Easy to implement and use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lang="en-US" sz="200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Next Steps: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Schedule follow-up meeting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Begin implementation planning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• Start with pilot project</a:t>
            </a:r>
          </a:p>
          <a:p>
            <a:pPr>
              <a:defRPr sz="1800">
                <a:solidFill>
                  <a:srgbClr val="424242"/>
                </a:solidFill>
              </a:defRPr>
            </a:pPr>
            <a:endParaRPr lang="en-US" sz="2000"/>
          </a:p>
          <a:p>
            <a:pPr>
              <a:defRPr sz="1800">
                <a:solidFill>
                  <a:srgbClr val="424242"/>
                </a:solidFill>
              </a:defRPr>
            </a:pPr>
            <a:r>
              <a:rPr lang="en-US" sz="200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806</Words>
  <Application>Microsoft Office PowerPoint</Application>
  <PresentationFormat>Custom</PresentationFormat>
  <Paragraphs>206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Data Validation Tool Framework</vt:lpstr>
      <vt:lpstr>Agenda</vt:lpstr>
      <vt:lpstr>Framework Overview</vt:lpstr>
      <vt:lpstr>Architecture Overview</vt:lpstr>
      <vt:lpstr>Key Components</vt:lpstr>
      <vt:lpstr>Features &amp; Capabilities</vt:lpstr>
      <vt:lpstr>Technical Implementation</vt:lpstr>
      <vt:lpstr>Configuration Example</vt:lpstr>
      <vt:lpstr>Benefits &amp; Advantages</vt:lpstr>
      <vt:lpstr>Use Cases</vt:lpstr>
      <vt:lpstr>Demo Scenario</vt:lpstr>
      <vt:lpstr>Getting Started</vt:lpstr>
      <vt:lpstr>Contact Information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Avani H S</cp:lastModifiedBy>
  <cp:revision>3</cp:revision>
  <dcterms:created xsi:type="dcterms:W3CDTF">2013-01-27T09:14:16Z</dcterms:created>
  <dcterms:modified xsi:type="dcterms:W3CDTF">2025-08-08T06:06:54Z</dcterms:modified>
  <cp:category/>
</cp:coreProperties>
</file>